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ANLATTIM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sözleşmeleri sade dille anlatan,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 lokal çalışan yapay zeka asistanı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363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072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 birinci kural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Bitirme Projesi Önerisi  ·  3 dk sunum + 2 dk tartışma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Eraycan Uyanık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926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058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Avukatı olmayan bireyler ve küçük işletmeler için sözleşmeler bir kara kutu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8138160" cy="1051560"/>
          </a:xfrm>
          <a:prstGeom prst="rect">
            <a:avLst/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234440"/>
            <a:ext cx="9144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35608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34416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Karmaşık hukuk dili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54480" y="173736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Kira, iş, hizmet sözleşmeleri ve KVKK metinleri sıradan kullanıcı için anlaşılmaz.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2423160"/>
            <a:ext cx="8138160" cy="1051560"/>
          </a:xfrm>
          <a:prstGeom prst="rect">
            <a:avLst/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02920" y="2423160"/>
            <a:ext cx="9144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2432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5328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Gizlilik kaygısı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292608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Bireysel sözleşmeleri ChatGPT/Gemini gibi bulut LLM'lere yüklemek hassas veriyi sızdırır.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611880"/>
            <a:ext cx="8138160" cy="1051560"/>
          </a:xfrm>
          <a:prstGeom prst="rect">
            <a:avLst/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3611880"/>
            <a:ext cx="9144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13048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72160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Mevzuata atıf eksik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554480" y="411480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özetleyiciler TBK, İş K., Tüketici K. maddelerine referans vermiyor; doğrulanabilir değil.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6576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Bitirme Projesi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86384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926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Çözüm: Anlattım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058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 → sade Türkçe özet + renkli risk uyarıları + kanun maddesi atfı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8074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234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Çoklu format yükleme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43000" y="15453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PDF/DOCX/TXT + JPG/PNG (taranmış belge için Türkçe OCR)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21488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249424"/>
            <a:ext cx="301752" cy="30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103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analizi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1143000" y="24140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başına yapısal JSON skor + renk kodlu highlight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30175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118104"/>
            <a:ext cx="301752" cy="3017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2971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Mevzuat RAG (876 madde)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1143000" y="32826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TBK / İş K. / Tüketici K. — “TBK m. 346” gibi atıflar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388620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986784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3840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Belge ile sohbet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1143000" y="41513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Yüklenen belge + RAG + geçmiş ile bağlamlı Q&amp;A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486400" y="1234440"/>
            <a:ext cx="3246120" cy="3429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486400" y="1234440"/>
            <a:ext cx="324612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486400" y="14173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1000" dirty="0"/>
          </a:p>
        </p:txBody>
      </p:sp>
      <p:sp>
        <p:nvSpPr>
          <p:cNvPr id="25" name="Text 18"/>
          <p:cNvSpPr/>
          <p:nvPr/>
        </p:nvSpPr>
        <p:spPr>
          <a:xfrm>
            <a:off x="5486400" y="27889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API çağrısı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623560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çıkarım kullanıcının makinesinde çalışır.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build sonrası internet gerekmez.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623560" y="4297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+ Qwen 2.5  ·  MLX hızlandırma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6576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Bitirme Projesi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786384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926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Mimari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058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katmanlı, container'lı, host LLM ile çalışan yapı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22860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UI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417320"/>
            <a:ext cx="228600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2900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417320"/>
            <a:ext cx="228600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1645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 Studio (Host)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550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:1234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88920" y="196596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715000" y="196596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572000" y="2514600"/>
            <a:ext cx="0" cy="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429000" y="3063240"/>
            <a:ext cx="22860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ChromaDB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2900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 madde · TBK / İş K. / Tük. K.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429000" y="3712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e5-large embeddings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4370832"/>
            <a:ext cx="1316736" cy="292608"/>
          </a:xfrm>
          <a:prstGeom prst="roundRect">
            <a:avLst>
              <a:gd name="adj" fmla="val 12500"/>
            </a:avLst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37083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929384" y="4370832"/>
            <a:ext cx="1083564" cy="292608"/>
          </a:xfrm>
          <a:prstGeom prst="roundRect">
            <a:avLst>
              <a:gd name="adj" fmla="val 12500"/>
            </a:avLst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929384" y="4370832"/>
            <a:ext cx="1083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22676" y="437083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22676" y="4370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238244" y="4370832"/>
            <a:ext cx="850392" cy="292608"/>
          </a:xfrm>
          <a:prstGeom prst="roundRect">
            <a:avLst>
              <a:gd name="adj" fmla="val 12500"/>
            </a:avLst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38244" y="437083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198364" y="4370832"/>
            <a:ext cx="1239012" cy="292608"/>
          </a:xfrm>
          <a:prstGeom prst="roundRect">
            <a:avLst>
              <a:gd name="adj" fmla="val 12500"/>
            </a:avLst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98364" y="4370832"/>
            <a:ext cx="1239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547104" y="4370832"/>
            <a:ext cx="1549908" cy="292608"/>
          </a:xfrm>
          <a:prstGeom prst="roundRect">
            <a:avLst>
              <a:gd name="adj" fmla="val 12500"/>
            </a:avLst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47104" y="4370832"/>
            <a:ext cx="1549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2.5-Coder-7B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Bitirme Projesi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86384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926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Adımlar — Geliştirme Fazları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058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faz tamamlandı, son faz cila ve doğruluk ölçümü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1348740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13487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94360" y="2331720"/>
            <a:ext cx="1165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İskelet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2724912"/>
            <a:ext cx="7086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2788920"/>
            <a:ext cx="112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docker-compose, /health, LM Studio bağlantı testi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98" y="4069080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915668" y="1280160"/>
            <a:ext cx="1348740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915668" y="1417320"/>
            <a:ext cx="13487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4" name="Text 10"/>
          <p:cNvSpPr/>
          <p:nvPr/>
        </p:nvSpPr>
        <p:spPr>
          <a:xfrm>
            <a:off x="2007108" y="2331720"/>
            <a:ext cx="1165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Belge işleme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2235708" y="2724912"/>
            <a:ext cx="7086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25396" y="2788920"/>
            <a:ext cx="112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PDF/DOCX/TXT/JPG/PNG · OCR · özetleme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446" y="4069080"/>
            <a:ext cx="329184" cy="32918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328416" y="1280160"/>
            <a:ext cx="1348740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328416" y="1417320"/>
            <a:ext cx="13487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400" dirty="0"/>
          </a:p>
        </p:txBody>
      </p:sp>
      <p:sp>
        <p:nvSpPr>
          <p:cNvPr id="20" name="Text 15"/>
          <p:cNvSpPr/>
          <p:nvPr/>
        </p:nvSpPr>
        <p:spPr>
          <a:xfrm>
            <a:off x="3419856" y="2331720"/>
            <a:ext cx="1165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pipeline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3648456" y="2724912"/>
            <a:ext cx="7086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438144" y="2788920"/>
            <a:ext cx="112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segmentasyonu · JSON risk · highlight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194" y="4069080"/>
            <a:ext cx="329184" cy="32918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741164" y="1280160"/>
            <a:ext cx="1348740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741164" y="1417320"/>
            <a:ext cx="13487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400" dirty="0"/>
          </a:p>
        </p:txBody>
      </p:sp>
      <p:sp>
        <p:nvSpPr>
          <p:cNvPr id="26" name="Text 20"/>
          <p:cNvSpPr/>
          <p:nvPr/>
        </p:nvSpPr>
        <p:spPr>
          <a:xfrm>
            <a:off x="4832604" y="2331720"/>
            <a:ext cx="1165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5061204" y="2724912"/>
            <a:ext cx="7086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850892" y="2788920"/>
            <a:ext cx="112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Mevzuat indeksleme · 876 madde · ChromaDB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942" y="4069080"/>
            <a:ext cx="329184" cy="32918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6153912" y="1280160"/>
            <a:ext cx="1348740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153912" y="1417320"/>
            <a:ext cx="13487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400" dirty="0"/>
          </a:p>
        </p:txBody>
      </p:sp>
      <p:sp>
        <p:nvSpPr>
          <p:cNvPr id="32" name="Text 25"/>
          <p:cNvSpPr/>
          <p:nvPr/>
        </p:nvSpPr>
        <p:spPr>
          <a:xfrm>
            <a:off x="6245352" y="2331720"/>
            <a:ext cx="1165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6473952" y="2724912"/>
            <a:ext cx="7086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263640" y="2788920"/>
            <a:ext cx="112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bağlamı + RAG + sohbet geçmişi ile Q&amp;A</a:t>
            </a:r>
            <a:endParaRPr lang="en-US" sz="10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690" y="4069080"/>
            <a:ext cx="329184" cy="329184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7566660" y="1280160"/>
            <a:ext cx="1348740" cy="3200400"/>
          </a:xfrm>
          <a:prstGeom prst="rect">
            <a:avLst/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566660" y="1417320"/>
            <a:ext cx="13487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400" dirty="0"/>
          </a:p>
        </p:txBody>
      </p:sp>
      <p:sp>
        <p:nvSpPr>
          <p:cNvPr id="38" name="Text 30"/>
          <p:cNvSpPr/>
          <p:nvPr/>
        </p:nvSpPr>
        <p:spPr>
          <a:xfrm>
            <a:off x="7658100" y="2331720"/>
            <a:ext cx="1165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</a:t>
            </a:r>
            <a:endParaRPr lang="en-US" sz="1350" dirty="0"/>
          </a:p>
        </p:txBody>
      </p:sp>
      <p:sp>
        <p:nvSpPr>
          <p:cNvPr id="39" name="Shape 31"/>
          <p:cNvSpPr/>
          <p:nvPr/>
        </p:nvSpPr>
        <p:spPr>
          <a:xfrm>
            <a:off x="7886700" y="2724912"/>
            <a:ext cx="7086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7676388" y="2788920"/>
            <a:ext cx="1129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yönetimi · responsive · doğruluk ölçümü</a:t>
            </a:r>
            <a:endParaRPr lang="en-US" sz="10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6438" y="4069080"/>
            <a:ext cx="329184" cy="329184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36576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Bitirme Projesi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786384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926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Olası Sıkıntılar &amp; Önlemler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058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Tartışmaya açık başlıklar — kalan riskler ve mitigasyonlar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8138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234440"/>
            <a:ext cx="73152" cy="8229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289304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Performans — düşük RAM cihazlarda yavaşlık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371600" y="160020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model varyantı (qwen2.5-coder-7b hızlı / gemma-4-e4b kalite); LLM_REQUEST_TIMEOUT konfigüre edilebilir; segment paralelizasyonu.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2103120"/>
            <a:ext cx="8138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02920" y="2103120"/>
            <a:ext cx="73152" cy="8229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860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157984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Doğruluk — LLM hatalı risk skoru üretebilir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71600" y="246888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Yapısal JSON çıktı + RAG ile kanun maddesi atfı; Faz 6'da etiketli sözleşmelerle doğruluk ölçümü.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2971800"/>
            <a:ext cx="8138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2971800"/>
            <a:ext cx="73152" cy="8229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546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026664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Hukuki tavsiye sayılma riski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71600" y="333756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Çıktılarda 'yasal tavsiye değildir' uyarısı; sade Türkçe + atıflarla bilgilendirme amaçlı sunum.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02920" y="3840480"/>
            <a:ext cx="8138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02920" y="3840480"/>
            <a:ext cx="73152" cy="8229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2336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3895344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Kurulum karmaşıklığı (LM Studio + Docker)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371600" y="420624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.env.example, README'de adım adım rehber, /health paneli ve 'Modele merhaba de' tanı butonu.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6576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Bitirme Projesi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786384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926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Müfredat Eşleşmesi &amp; Kapsam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0584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dersler kullanıldı, hangileri bilinçli olarak kapsam dışı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5029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234440"/>
            <a:ext cx="50292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0759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2435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Kullanılan konular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17830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Containerization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FastAPI backend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entegrasyonu (LM Studio)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Embeddings · ChromaDB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(Tesseract Türkçe)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Tailwind UI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GitHub Actions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669280" y="1234440"/>
            <a:ext cx="2971800" cy="3429000"/>
          </a:xfrm>
          <a:prstGeom prst="rect">
            <a:avLst/>
          </a:prstGeom>
          <a:solidFill>
            <a:srgbClr val="F4F1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669280" y="1234440"/>
            <a:ext cx="297180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3075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1243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Kapsam dışı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Azure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85216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Lokal-first; bulut yok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85216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 MediaPipe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852160" y="2770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Görüntü/poz yok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852160" y="32095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  Flutter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852160" y="3483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(Next.js) seçildi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760720" y="4160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lokal/web doğası gereği bilinçli kapsam dışı.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576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Bitirme Projesi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86384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Anlattım — Bitirme Projesi</dc:title>
  <dc:subject>PptxGenJS Presentation</dc:subject>
  <dc:creator>Eraycan Uyanık</dc:creator>
  <cp:lastModifiedBy>Eraycan Uyanık</cp:lastModifiedBy>
  <cp:revision>1</cp:revision>
  <dcterms:created xsi:type="dcterms:W3CDTF">2026-06-10T22:09:18Z</dcterms:created>
  <dcterms:modified xsi:type="dcterms:W3CDTF">2026-06-10T22:09:18Z</dcterms:modified>
</cp:coreProperties>
</file>